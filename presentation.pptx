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C084FC"/>
                </a:solidFill>
              </a:defRPr>
            </a:pPr>
            <a:r>
              <a:t>✦ Finova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Intelligent Fintech &amp; Smart Expense Analyzer with AI Agent</a:t>
            </a:r>
          </a:p>
          <a:p>
            <a:br/>
            <a:pPr>
              <a:defRPr sz="1600">
                <a:solidFill>
                  <a:srgbClr val="34D399"/>
                </a:solidFill>
              </a:defRPr>
            </a:pPr>
            <a:r>
              <a:t>Team: RICR-HIM-1018 | Theme: FinTech &amp; Personal Finance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</a:defRPr>
            </a:pPr>
            <a:r>
              <a:t>FINOVA — INTELLIGENT FINTECH PLATFORM</a:t>
            </a:r>
          </a:p>
          <a:p>
            <a:pPr>
              <a:defRPr sz="2800" b="1">
                <a:solidFill>
                  <a:srgbClr val="F8FAFC"/>
                </a:solidFill>
              </a:defRPr>
            </a:pPr>
            <a:r>
              <a:t>Problem Statement &amp; Intelligent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7171"/>
                </a:solidFill>
              </a:defRPr>
            </a:pPr>
            <a:r>
              <a:t>🚨 The Problem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Unstructured bank statement CSVs with messy merchant names.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Difficulty tracking active subscriptions and recurring money leaks.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Generic financial apps lack personalized, natural-language reasoning.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Risk of AI hallucinating spending numbers without strict data grounding.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4D399"/>
                </a:solidFill>
              </a:defRPr>
            </a:pPr>
            <a:r>
              <a:t>💡 The Finova Solution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Automatic Regex &amp; Keyword Data Cleaning Engine.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Groq LLM + Backend Function/Tool Calling (18 tools).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0-100 Financial Health Score &amp; Money Leak Detector.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Interactive What-If Savings Simulator with 1-Year Projections.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Zero key exposure &amp; strict multi-tenant user data isolation.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