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C084FC"/>
                </a:solidFill>
              </a:defRPr>
            </a:pPr>
            <a:r>
              <a:t>✦ FINLY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Smart Expense Analyzer &amp; Financial Health Dashboard with AI Agent</a:t>
            </a:r>
          </a:p>
          <a:p>
            <a:br/>
            <a:pPr>
              <a:defRPr sz="1600">
                <a:solidFill>
                  <a:srgbClr val="34D399"/>
                </a:solidFill>
              </a:defRPr>
            </a:pPr>
            <a:r>
              <a:t>Team: RICR-HIM-1018 | Theme: FinTech &amp; Personal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</a:defRPr>
            </a:pPr>
            <a:r>
              <a:t>FINLY — SMART EXPENSE ANALYZER &amp; FINANCIAL HEALTH DASHBOARD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Intelligent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🚨 The Problem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Unstructured CSV bank statements with messy merchant names.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Difficulty tracking active subscriptions and recurring money leaks.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Generic financial apps lack personalized, natural-language reasoning.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Risk of AI hallucinating spending numbers without strict data grounding.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💡 The FINLY Solution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Automatic Regex &amp; Keyword Data Cleaning Engine.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Groq LLM + Backend Function/Tool Calling (18 tools).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0-100 Financial Health Score &amp; Money Leak Detector.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Interactive What-If Savings Simulator with 1-Year Projections.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Zero key exposure &amp; strict multi-tenant user data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</a:defRPr>
            </a:pPr>
            <a:r>
              <a:t>FINLY — SMART EXPENSE ANALYZER &amp; FINANCIAL HEALTH DASHBOARD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AI Agent Architecture (Groq LLM + Tool Calling)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8FAFC"/>
                </a:solidFill>
              </a:defRPr>
            </a:pPr>
            <a:r>
              <a:t>✔ User Query ➔ Floating AI Copilot Panel (bottom-right UI)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✔ Backend Express Server ➔ POST /api/agent/chat (Session validated)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✔ Groq Model Selection ➔ llama-3.3-70b-versatile (Sub-second response)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✔ Function Tool Execution ➔ backend/agent/tools/ (18 registered tools)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✔ Grounding Guarantee ➔ Tool outputs are absolute source of truth (no hallucinated figures)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✔ Graceful Fallback Engine ➔ Automatic fallback if LLM credentials are unavailable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</a:defRPr>
            </a:pPr>
            <a:r>
              <a:t>FINLY — SMART EXPENSE ANALYZER &amp; FINANCIAL HEALTH DASHBOARD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Product Module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F8FAFC"/>
                </a:solidFill>
              </a:defRPr>
            </a:pPr>
            <a:r>
              <a:t>1. Dashboard: Real-time net cashflow, category charts, recent transactions.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2. Ingestion: Bank CSV upload with auto-mapping &amp; manual single-entry form.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3. Data Cleaning: Smart deduplication algorithm and merchant normalization.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4. Intelligence: Financial Health Score (0-100), grade (A-D), and money leak detector.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5. Subscriptions: Recurring payment tracker with review recommendations.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6. Planning &amp; Simulator: Budget limits, savings goal progress, and 50% spend cut simulations.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</a:defRPr>
            </a:pPr>
            <a:r>
              <a:t>FINLY — SMART EXPENSE ANALYZER &amp; FINANCIAL HEALTH DASHBOARD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Security Model &amp; Audit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8FAFC"/>
                </a:solidFill>
              </a:defRPr>
            </a:pPr>
            <a:r>
              <a:t>🛡️ Backend Secret Protection: GROQ_API_KEY stored backend-only (.env listed in .gitignore).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🛡️ Multi-Tenant Isolation: Tools run exclusively against authenticated user ID payload.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🛡️ Database Security: Supabase PostgreSQL with Row Level Security (RLS) policies.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🛡️ Code Quality: Clean Oxlint linting ruleset (0 errors), 100% Vite production build.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🛡️ Automated Test Suite: tests/agent.test.js passing 12/12 unit and security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